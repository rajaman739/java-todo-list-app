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05156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title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39903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889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To-Do List Application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703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Task Management System Built with Core Java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59893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•  Digital Nurture 5.0 — Java Full Stack Engineer (React Track)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6355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Aman 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intr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6720840" cy="4846320"/>
          </a:xfrm>
          <a:prstGeom prst="roundRect">
            <a:avLst>
              <a:gd name="adj" fmla="val 2264"/>
            </a:avLst>
          </a:prstGeom>
          <a:solidFill>
            <a:srgbClr val="F4F7F6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8105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7373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menu-driven console application built entirely in core Java to help users organize and track daily tasks.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29809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90779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carries a title, a priority level (High / Medium / Low), and a completion status.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5137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078224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automatically saved to a local text file, so nothing is lost when the program closes and reopens.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77240" y="53218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5248656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hands-on project to strengthen fundamentals: OOP, Collections, File I/O, and exception handling.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543800" y="1417320"/>
            <a:ext cx="4160520" cy="4846320"/>
          </a:xfrm>
          <a:prstGeom prst="roundRect">
            <a:avLst>
              <a:gd name="adj" fmla="val 2637"/>
            </a:avLst>
          </a:prstGeom>
          <a:solidFill>
            <a:srgbClr val="013A4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TASKS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818120" y="2286000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17" name="Shape 14"/>
          <p:cNvSpPr/>
          <p:nvPr/>
        </p:nvSpPr>
        <p:spPr>
          <a:xfrm>
            <a:off x="7982712" y="24780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82712" y="24414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12480" y="22860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groceries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561320" y="22860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18120" y="3108960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0A4C54"/>
          </a:solidFill>
          <a:ln/>
        </p:spPr>
      </p:sp>
      <p:sp>
        <p:nvSpPr>
          <p:cNvPr id="22" name="Shape 19"/>
          <p:cNvSpPr/>
          <p:nvPr/>
        </p:nvSpPr>
        <p:spPr>
          <a:xfrm>
            <a:off x="7982712" y="3300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A4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0" y="31089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DN 5.0 hands-on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561320" y="310896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818120" y="3931920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0A4C54"/>
          </a:solidFill>
          <a:ln/>
        </p:spPr>
      </p:sp>
      <p:sp>
        <p:nvSpPr>
          <p:cNvPr id="26" name="Shape 23"/>
          <p:cNvSpPr/>
          <p:nvPr/>
        </p:nvSpPr>
        <p:spPr>
          <a:xfrm>
            <a:off x="7982712" y="412394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A4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0" y="393192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Spring REST notes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0561320" y="39319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818120" y="4754880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0A4C54"/>
          </a:solidFill>
          <a:ln/>
        </p:spPr>
      </p:sp>
      <p:sp>
        <p:nvSpPr>
          <p:cNvPr id="30" name="Shape 27"/>
          <p:cNvSpPr/>
          <p:nvPr/>
        </p:nvSpPr>
        <p:spPr>
          <a:xfrm>
            <a:off x="7982712" y="4946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A4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412480" y="47548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plumber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0561320" y="47548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To-Do List Application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working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follows a simple menu-driven flow, backed by three cooperating Java classes.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2176272" cy="3383280"/>
          </a:xfrm>
          <a:prstGeom prst="roundRect">
            <a:avLst>
              <a:gd name="adj" fmla="val 4202"/>
            </a:avLst>
          </a:prstGeom>
          <a:solidFill>
            <a:srgbClr val="F4F7F6"/>
          </a:solidFill>
          <a:ln/>
        </p:spPr>
      </p:sp>
      <p:sp>
        <p:nvSpPr>
          <p:cNvPr id="7" name="Shape 4"/>
          <p:cNvSpPr/>
          <p:nvPr/>
        </p:nvSpPr>
        <p:spPr>
          <a:xfrm>
            <a:off x="1298448" y="24231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1298448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7512" y="32004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&amp; Load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5800" y="3685032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ToDoListApp starts; TaskManager reads tasks.txt (if present) into memory.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79192" y="352044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798064" y="2148840"/>
            <a:ext cx="2176272" cy="3383280"/>
          </a:xfrm>
          <a:prstGeom prst="roundRect">
            <a:avLst>
              <a:gd name="adj" fmla="val 4202"/>
            </a:avLst>
          </a:prstGeom>
          <a:solidFill>
            <a:srgbClr val="E7F3F1"/>
          </a:solidFill>
          <a:ln/>
        </p:spPr>
      </p:sp>
      <p:sp>
        <p:nvSpPr>
          <p:cNvPr id="13" name="Shape 10"/>
          <p:cNvSpPr/>
          <p:nvPr/>
        </p:nvSpPr>
        <p:spPr>
          <a:xfrm>
            <a:off x="3593592" y="24231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3593592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962656" y="32004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Menu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980944" y="3685032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shown options: Add, View, Complete, Update, Delete, Exit.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74336" y="352044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093208" y="2148840"/>
            <a:ext cx="2176272" cy="3383280"/>
          </a:xfrm>
          <a:prstGeom prst="roundRect">
            <a:avLst>
              <a:gd name="adj" fmla="val 4202"/>
            </a:avLst>
          </a:prstGeom>
          <a:solidFill>
            <a:srgbClr val="F4F7F6"/>
          </a:solidFill>
          <a:ln/>
        </p:spPr>
      </p:sp>
      <p:sp>
        <p:nvSpPr>
          <p:cNvPr id="19" name="Shape 16"/>
          <p:cNvSpPr/>
          <p:nvPr/>
        </p:nvSpPr>
        <p:spPr>
          <a:xfrm>
            <a:off x="5888736" y="24231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5888736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257800" y="32004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Choice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276088" y="3685032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action is delegated to TaskManager, which updates the in-memory ArrayList&lt;Task&gt;.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69480" y="352044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7388352" y="2148840"/>
            <a:ext cx="2176272" cy="3383280"/>
          </a:xfrm>
          <a:prstGeom prst="roundRect">
            <a:avLst>
              <a:gd name="adj" fmla="val 4202"/>
            </a:avLst>
          </a:prstGeom>
          <a:solidFill>
            <a:srgbClr val="E7F3F1"/>
          </a:solidFill>
          <a:ln/>
        </p:spPr>
      </p:sp>
      <p:sp>
        <p:nvSpPr>
          <p:cNvPr id="25" name="Shape 22"/>
          <p:cNvSpPr/>
          <p:nvPr/>
        </p:nvSpPr>
        <p:spPr>
          <a:xfrm>
            <a:off x="8183880" y="24231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8183880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552944" y="32004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Auto-Save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571232" y="3685032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change, the task list is immediately written back to tasks.txt.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564624" y="352044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683496" y="2148840"/>
            <a:ext cx="2176272" cy="3383280"/>
          </a:xfrm>
          <a:prstGeom prst="roundRect">
            <a:avLst>
              <a:gd name="adj" fmla="val 4202"/>
            </a:avLst>
          </a:prstGeom>
          <a:solidFill>
            <a:srgbClr val="F4F7F6"/>
          </a:solidFill>
          <a:ln/>
        </p:spPr>
      </p:sp>
      <p:sp>
        <p:nvSpPr>
          <p:cNvPr id="31" name="Shape 28"/>
          <p:cNvSpPr/>
          <p:nvPr/>
        </p:nvSpPr>
        <p:spPr>
          <a:xfrm>
            <a:off x="10479024" y="242316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9"/>
          <p:cNvSpPr/>
          <p:nvPr/>
        </p:nvSpPr>
        <p:spPr>
          <a:xfrm>
            <a:off x="10479024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848088" y="32004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/ Exit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9866376" y="3685032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continues until the user exits; all data persists for the next run.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02920" y="580644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013A4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" y="5806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Task.java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id, title, priority, status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297680" y="580644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013A40"/>
          </a:solidFill>
          <a:ln/>
        </p:spPr>
      </p:sp>
      <p:sp>
        <p:nvSpPr>
          <p:cNvPr id="38" name="Text 35"/>
          <p:cNvSpPr/>
          <p:nvPr/>
        </p:nvSpPr>
        <p:spPr>
          <a:xfrm>
            <a:off x="4480560" y="5806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TaskManager.java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— add / update / delete / file I-O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092440" y="580644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013A40"/>
          </a:solidFill>
          <a:ln/>
        </p:spPr>
      </p:sp>
      <p:sp>
        <p:nvSpPr>
          <p:cNvPr id="40" name="Text 37"/>
          <p:cNvSpPr/>
          <p:nvPr/>
        </p:nvSpPr>
        <p:spPr>
          <a:xfrm>
            <a:off x="8275320" y="5806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ToDoListApp.java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— console menu &amp; user interaction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uses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7F6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17556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Task Tracking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daily record of chores, errands, and reminders.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5196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7F6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44805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74920" y="17556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Management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assignments, hands-on submissions, and study goals.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4672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7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27532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8275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869680" y="17556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To-Do Boards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02752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tool for individual work-item tracking.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7F6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80160" y="3995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Project Checklists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3232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milestones for short, individual projects.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25196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7F6"/>
          </a:solidFill>
          <a:ln/>
        </p:spPr>
      </p:sp>
      <p:sp>
        <p:nvSpPr>
          <p:cNvPr id="26" name="Shape 23"/>
          <p:cNvSpPr/>
          <p:nvPr/>
        </p:nvSpPr>
        <p:spPr>
          <a:xfrm>
            <a:off x="4480560" y="4023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4"/>
          <p:cNvSpPr/>
          <p:nvPr/>
        </p:nvSpPr>
        <p:spPr>
          <a:xfrm>
            <a:off x="44805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074920" y="3995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OOP &amp; File Handling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07992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teaching example for Java fundamentals.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046720" y="37947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7F6"/>
          </a:solidFill>
          <a:ln/>
        </p:spPr>
      </p:sp>
      <p:sp>
        <p:nvSpPr>
          <p:cNvPr id="31" name="Shape 28"/>
          <p:cNvSpPr/>
          <p:nvPr/>
        </p:nvSpPr>
        <p:spPr>
          <a:xfrm>
            <a:off x="8275320" y="4023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29"/>
          <p:cNvSpPr/>
          <p:nvPr/>
        </p:nvSpPr>
        <p:spPr>
          <a:xfrm>
            <a:off x="82753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869680" y="39959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for Bigger Apps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302752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 to evolve into a GUI or web application.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To-Do List Application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Disadvantages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adv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2646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80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E7F3F1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no database or server setup required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8803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intuitive menu-driven interface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3566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automatically between sessions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4251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OOP structure, easy to read and extend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85800" y="4937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51560" y="49377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 the JVM runs — fully portable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5800" y="5623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51560" y="5623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fundamentals project: Collections, File I/O, OOP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rgbClr val="C94C4C"/>
          </a:solidFill>
          <a:ln/>
        </p:spPr>
      </p:sp>
      <p:pic>
        <p:nvPicPr>
          <p:cNvPr id="20" name="Image 1" descr="disadv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1426464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03720" y="1280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6263640" y="19202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BEAEA"/>
          </a:solidFill>
          <a:ln/>
        </p:spPr>
      </p:sp>
      <p:sp>
        <p:nvSpPr>
          <p:cNvPr id="23" name="Text 19"/>
          <p:cNvSpPr/>
          <p:nvPr/>
        </p:nvSpPr>
        <p:spPr>
          <a:xfrm>
            <a:off x="6492240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85800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graphical user interface — text-only console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492240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858000" y="28803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only, no login or multi-user support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492240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858000" y="3566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file storage — not ideal for large data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492240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858000" y="4251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reminders, due dates, or notifications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6492240" y="4937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6858000" y="49377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can be corrupted if edited manually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6492240" y="5623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6858000" y="5623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accessible from mobile or web browsers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To-Do List Application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future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56948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A4C54"/>
          </a:solidFill>
          <a:ln/>
        </p:spPr>
      </p:sp>
      <p:sp>
        <p:nvSpPr>
          <p:cNvPr id="7" name="Shape 4"/>
          <p:cNvSpPr/>
          <p:nvPr/>
        </p:nvSpPr>
        <p:spPr>
          <a:xfrm>
            <a:off x="704088" y="16184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41832" y="15453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 User Interface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19842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with JavaFX or Swing for a richer desktop experience.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A4C54"/>
          </a:solidFill>
          <a:ln/>
        </p:spPr>
      </p:sp>
      <p:sp>
        <p:nvSpPr>
          <p:cNvPr id="11" name="Shape 8"/>
          <p:cNvSpPr/>
          <p:nvPr/>
        </p:nvSpPr>
        <p:spPr>
          <a:xfrm>
            <a:off x="6327648" y="16184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565392" y="15453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82512" y="19842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text file with MySQL / PostgreSQL for robust, scalable storage.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30632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A4C54"/>
          </a:solidFill>
          <a:ln/>
        </p:spPr>
      </p:sp>
      <p:sp>
        <p:nvSpPr>
          <p:cNvPr id="15" name="Shape 12"/>
          <p:cNvSpPr/>
          <p:nvPr/>
        </p:nvSpPr>
        <p:spPr>
          <a:xfrm>
            <a:off x="704088" y="32644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941832" y="31912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REST API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" y="36301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tasks via REST endpoints — a natural next step in the DN 5.0 track.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26480" y="30632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A4C54"/>
          </a:solidFill>
          <a:ln/>
        </p:spPr>
      </p:sp>
      <p:sp>
        <p:nvSpPr>
          <p:cNvPr id="19" name="Shape 16"/>
          <p:cNvSpPr/>
          <p:nvPr/>
        </p:nvSpPr>
        <p:spPr>
          <a:xfrm>
            <a:off x="6327648" y="32644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6565392" y="31912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Dates &amp; Reminders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82512" y="36301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deadlines with scheduled notifications for overdue tasks.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47091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A4C54"/>
          </a:solidFill>
          <a:ln/>
        </p:spPr>
      </p:sp>
      <p:sp>
        <p:nvSpPr>
          <p:cNvPr id="23" name="Shape 20"/>
          <p:cNvSpPr/>
          <p:nvPr/>
        </p:nvSpPr>
        <p:spPr>
          <a:xfrm>
            <a:off x="704088" y="49103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941832" y="48371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Support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58952" y="52760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login/authentication so several users can manage their own lists.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26480" y="47091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A4C54"/>
          </a:solidFill>
          <a:ln/>
        </p:spPr>
      </p:sp>
      <p:sp>
        <p:nvSpPr>
          <p:cNvPr id="27" name="Shape 24"/>
          <p:cNvSpPr/>
          <p:nvPr/>
        </p:nvSpPr>
        <p:spPr>
          <a:xfrm>
            <a:off x="6327648" y="49103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6565392" y="48371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/ Web Client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382512" y="52760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the backend with a React or Android front-end for anywhere access.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E7F3F1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E7F3F1"/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46304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save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81051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Raj  •  Java To-Do List Application  •  Digital Nurture 5.0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2026-07-24T20:30:39Z</dcterms:created>
  <dcterms:modified xsi:type="dcterms:W3CDTF">2026-07-24T20:30:39Z</dcterms:modified>
</cp:coreProperties>
</file>